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420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16="http://schemas.microsoft.com/office/drawing/2014/main"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645920"/>
            <a:ext cx="5669280" cy="56692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291840" cy="3291840"/>
          </a:xfrm>
          <a:prstGeom prst="ellipse">
            <a:avLst/>
          </a:prstGeom>
          <a:solidFill>
            <a:srgbClr val="E8A93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 ·  SPATIAL R TRAINING  ·  DAY 1—DECOR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switch tools?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Gain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46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STATA/SPSS to R—without losing anything along the way</a:t>
            </a:r>
            <a:endParaRPr lang="en-US" sz="15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CD067B8-18C1-1F6C-ED47-6E6C594F1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2" y="158651"/>
            <a:ext cx="2031950" cy="107578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A6C0C22-1187-3EFA-3BC2-FE15933F9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854" y="227231"/>
            <a:ext cx="2031950" cy="10757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1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7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won't be coming empty-handed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40080" cy="54864"/>
          </a:xfrm>
          <a:prstGeom prst="rect">
            <a:avLst/>
          </a:prstGeom>
          <a:solidFill>
            <a:srgbClr val="E8A93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6309360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You’ll arrive with established experience using STATA and/or SPSS.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a strength, not an obstacle.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we’ll build today builds on what you already know how to do. We’re not asking you to forget your instincts—just to adapt them.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78040" y="1737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Morning Agenda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78040" y="2286000"/>
            <a:ext cx="502920" cy="50292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8" name="Text 6"/>
          <p:cNvSpPr/>
          <p:nvPr/>
        </p:nvSpPr>
        <p:spPr>
          <a:xfrm>
            <a:off x="71780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0" y="2304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78040" y="31272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31455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Oriented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178040" y="39684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63840" y="39867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178040" y="480974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4809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63840" y="4828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178040" y="56509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5650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63840" y="5669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Reasons to Change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chemeClr val="accent1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From the most </a:t>
            </a:r>
            <a:r>
              <a:rPr lang="en-US" sz="2800" i="1" dirty="0" err="1">
                <a:solidFill>
                  <a:schemeClr val="accent1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practical </a:t>
            </a:r>
            <a:r>
              <a:rPr lang="en-US" sz="2800" i="1" dirty="0">
                <a:solidFill>
                  <a:schemeClr val="accent1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to the most </a:t>
            </a:r>
            <a:r>
              <a:rPr lang="en-US" sz="2800" i="1" dirty="0" err="1">
                <a:solidFill>
                  <a:schemeClr val="accent1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2800" i="1" dirty="0">
              <a:solidFill>
                <a:schemeClr val="accent1"/>
              </a:solidFill>
              <a:latin typeface="Bell MT" panose="020205030603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and</a:t>
            </a:r>
            <a:endParaRPr lang="en-US" sz="2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licenses to renew, no budget to negotiate every year.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33375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handled</a:t>
            </a:r>
            <a:endParaRPr lang="en-US" sz="2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script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44348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“click-only” mode: total reproducibility, by design.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28600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49640" y="33375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</a:t>
            </a:r>
            <a:endParaRPr lang="en-US" sz="2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49640" y="44348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packages, just like your SPSS modules or STATA commands.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#1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and open-source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774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fee, every year,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workstation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17720" y="20116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costs nothing: no license fees, no budget to negotiate to maintain access to the tool.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word “free” lies a global community that is constantly developing new extensions.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617720" y="4114800"/>
            <a:ext cx="6949440" cy="182880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43159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equivalent of your STATA ado-files—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4736592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 a considerably larger scale. Whatever you can’t find today, someone has probably already coded it.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#2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done via a script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7C8B99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Just like a STATA do-file or SPSS syntax—except that here, there’s no alternative.</a:t>
            </a:r>
            <a:endParaRPr lang="en-US" sz="2000" i="1" dirty="0">
              <a:latin typeface="Bell MT" panose="020205030603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3108960" cy="2103120"/>
          </a:xfrm>
          <a:prstGeom prst="roundRect">
            <a:avLst>
              <a:gd name="adj" fmla="val 5217"/>
            </a:avLst>
          </a:prstGeom>
          <a:solidFill>
            <a:srgbClr val="1C7293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788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3429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E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do-file / syntax / .R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86784" y="3392424"/>
            <a:ext cx="393192" cy="256032"/>
          </a:xfrm>
          <a:prstGeom prst="rightArrow">
            <a:avLst/>
          </a:prstGeom>
          <a:solidFill>
            <a:srgbClr val="7C8B99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2468880"/>
            <a:ext cx="3108960" cy="210312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2788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63440" y="3429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E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every time it runs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598664" y="3392424"/>
            <a:ext cx="393192" cy="256032"/>
          </a:xfrm>
          <a:prstGeom prst="rightArrow">
            <a:avLst/>
          </a:prstGeom>
          <a:solidFill>
            <a:srgbClr val="7C8B99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2468880"/>
            <a:ext cx="3108960" cy="2103120"/>
          </a:xfrm>
          <a:prstGeom prst="roundRect">
            <a:avLst>
              <a:gd name="adj" fmla="val 5217"/>
            </a:avLst>
          </a:prstGeom>
          <a:solidFill>
            <a:srgbClr val="21295C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2788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75320" y="3429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E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you, or anyone else, in 6 months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i="1" dirty="0">
                <a:solidFill>
                  <a:schemeClr val="accent1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“You, or anyone else in this room, will be able to run your code again in six months and get exactly the same result.”</a:t>
            </a:r>
            <a:endParaRPr lang="en-US" dirty="0">
              <a:solidFill>
                <a:schemeClr val="accent1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#3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Ecosystem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accent1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The core R is intentionally limited. Packages are added for everything else.</a:t>
            </a:r>
            <a:endParaRPr lang="en-US" dirty="0">
              <a:solidFill>
                <a:schemeClr val="accent1"/>
              </a:solidFill>
              <a:latin typeface="Bell MT" panose="020205030603050203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2514600"/>
            <a:ext cx="0" cy="777240"/>
          </a:xfrm>
          <a:prstGeom prst="line">
            <a:avLst/>
          </a:prstGeom>
          <a:noFill/>
          <a:ln w="12700">
            <a:solidFill>
              <a:srgbClr val="D6D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33172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SPSS module / STATA user command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778240" y="262890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0" y="26289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dplyr, data.table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61188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3794760"/>
            <a:ext cx="0" cy="777240"/>
          </a:xfrm>
          <a:prstGeom prst="line">
            <a:avLst/>
          </a:prstGeom>
          <a:noFill/>
          <a:ln w="12700">
            <a:solidFill>
              <a:srgbClr val="D6D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6118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SPSS module / STATA user command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778240" y="390906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39090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8920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Analysis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80560" y="5074920"/>
            <a:ext cx="0" cy="777240"/>
          </a:xfrm>
          <a:prstGeom prst="line">
            <a:avLst/>
          </a:prstGeom>
          <a:noFill/>
          <a:ln w="12700">
            <a:solidFill>
              <a:srgbClr val="D6DE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48920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SPSS module / STATA user command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778240" y="5189220"/>
            <a:ext cx="246888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0" y="51892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survey, srvyr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Permanent Safety Net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open on your desktop throughout the training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316649"/>
              </p:ext>
            </p:extLst>
          </p:nvPr>
        </p:nvGraphicFramePr>
        <p:xfrm>
          <a:off x="548640" y="1600200"/>
          <a:ext cx="11064240" cy="311505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STATA / SPSS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equivalent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Editor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Do-file editor / Syntax editor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editor (RStudio)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window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window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ado-files, SPSS packages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CRAN packages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data file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.dta / .sav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65A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haven::read_dta() / read_sav()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029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haven, designed for STATA and SPSS users, imports your data while preserving value and variable labels.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5577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have to start from scratch—you bring your data with you.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keep. What we gain.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920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KEEP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5146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workflow logic via scripts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14400" y="335584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55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330098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habit of commenting your code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14400" y="419709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97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41422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habit of verifying your data before analyzing it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14400" y="5038344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38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4983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A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.dta and .sav files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920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GAIN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29400" y="2514600"/>
            <a:ext cx="365760" cy="36576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78040" y="24597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free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78040" y="28986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license required, ever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629400" y="3657600"/>
            <a:ext cx="365760" cy="36576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36027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huge community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78040" y="40416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for almost everything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629400" y="4800600"/>
            <a:ext cx="365760" cy="365760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78040" y="47457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reproducibility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178040" y="51846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AF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result, as often as you like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click becomes a script.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becomes zero.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becomes complete.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34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 and RStudio, two different software programs—followed by the guided installation.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593</Words>
  <Application>Microsoft Office PowerPoint</Application>
  <PresentationFormat>Grand écran</PresentationFormat>
  <Paragraphs>118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Bell MT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PptxGenJS Presentation</dc:title>
  <dc:subject>PptxGenJS Presentation</dc:subject>
  <dc:creator>PptxGenJS</dc:creator>
  <lastModifiedBy>PC</lastModifiedBy>
  <revision>4</revision>
  <dcterms:created xsi:type="dcterms:W3CDTF">2026-07-25T22:23:06.0000000Z</dcterms:created>
  <dcterms:modified xsi:type="dcterms:W3CDTF">2026-07-25T23:53:19.0000000Z</dcterms:modified>
  <keywords>, docId:BA2C5C871456E88A22083B7E43AA9C7D</keywords>
</coreProperties>
</file>